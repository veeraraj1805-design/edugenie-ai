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730A3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EC4899">
              <a:alpha val="3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EDUGENIE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7D2F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Reimagining Education with Google Gemini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88950" y="37033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E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An Intelligent Learning Assistant Powered by Generative 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8950" y="641223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0C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Team Presentation  •  EduGenie Project</a:t>
            </a:r>
            <a:endParaRPr lang="en-US" sz="1200" dirty="0"/>
          </a:p>
        </p:txBody>
      </p:sp>
      <p:sp>
        <p:nvSpPr>
          <p:cNvPr id="8" name="Text Box 7"/>
          <p:cNvSpPr txBox="1"/>
          <p:nvPr/>
        </p:nvSpPr>
        <p:spPr>
          <a:xfrm>
            <a:off x="-527050" y="4199890"/>
            <a:ext cx="6705600" cy="1188720"/>
          </a:xfrm>
          <a:prstGeom prst="rect">
            <a:avLst/>
          </a:prstGeom>
          <a:noFill/>
          <a:ln w="6350">
            <a:solidFill>
              <a:srgbClr val="9C27B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vert="horz"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AU" altLang="en-US" sz="2400">
                <a:solidFill>
                  <a:srgbClr val="E42222"/>
                </a:solidFill>
              </a:rPr>
              <a:t>Team leader </a:t>
            </a:r>
            <a:endParaRPr lang="en-AU" altLang="en-US" sz="2400">
              <a:solidFill>
                <a:srgbClr val="E42222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AU" altLang="en-US" sz="2400">
                <a:solidFill>
                  <a:srgbClr val="E42222"/>
                </a:solidFill>
              </a:rPr>
              <a:t>Afreen fathima .S</a:t>
            </a:r>
            <a:endParaRPr lang="en-AU" altLang="en-US" sz="2400">
              <a:solidFill>
                <a:srgbClr val="E42222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AU" altLang="en-US" sz="2400">
                <a:solidFill>
                  <a:srgbClr val="E42222"/>
                </a:solidFill>
              </a:rPr>
              <a:t>Team members </a:t>
            </a:r>
            <a:endParaRPr lang="en-AU" altLang="en-US" sz="2400">
              <a:solidFill>
                <a:srgbClr val="E42222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AU" altLang="en-US" sz="2400">
                <a:solidFill>
                  <a:srgbClr val="E42222"/>
                </a:solidFill>
              </a:rPr>
              <a:t>vaitheswari.M</a:t>
            </a:r>
            <a:endParaRPr lang="en-AU" altLang="en-US" sz="2400">
              <a:solidFill>
                <a:srgbClr val="E42222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AU" altLang="en-US" sz="2400">
                <a:solidFill>
                  <a:srgbClr val="E42222"/>
                </a:solidFill>
              </a:rPr>
              <a:t>veeraraj .G</a:t>
            </a:r>
            <a:endParaRPr lang="en-AU" altLang="en-US" sz="2400">
              <a:solidFill>
                <a:srgbClr val="E42222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AU" altLang="en-US" sz="2400">
                <a:solidFill>
                  <a:srgbClr val="E42222"/>
                </a:solidFill>
              </a:rPr>
              <a:t>velmurugan.C</a:t>
            </a:r>
            <a:endParaRPr lang="en-AU" altLang="en-US" sz="2400">
              <a:solidFill>
                <a:srgbClr val="E4222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learners struggle in today's classrooms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3730A3"/>
          </a:solidFill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One-Size-Fits-All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28803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Traditional teaching moves at a fixed pace, ignoring individual learning speeds and styles.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</p:spPr>
      </p:sp>
      <p:sp>
        <p:nvSpPr>
          <p:cNvPr id="10" name="Shape 8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3730A3"/>
          </a:solidFill>
        </p:spPr>
      </p:sp>
      <p:sp>
        <p:nvSpPr>
          <p:cNvPr id="11" name="Text 9"/>
          <p:cNvSpPr txBox="1"/>
          <p:nvPr/>
        </p:nvSpPr>
        <p:spPr>
          <a:xfrm>
            <a:off x="470916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803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Limited Support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429000"/>
            <a:ext cx="28803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Students often can't get instant help outside class hours when doubts actually arise.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0FF"/>
          </a:solidFill>
        </p:spPr>
      </p:sp>
      <p:sp>
        <p:nvSpPr>
          <p:cNvPr id="15" name="Shape 13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3730A3"/>
          </a:solidFill>
        </p:spPr>
      </p:sp>
      <p:sp>
        <p:nvSpPr>
          <p:cNvPr id="16" name="Text 14"/>
          <p:cNvSpPr txBox="1"/>
          <p:nvPr/>
        </p:nvSpPr>
        <p:spPr>
          <a:xfrm>
            <a:off x="8549640" y="2057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8803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Passive Learning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429000"/>
            <a:ext cx="28803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Static textbooks and slides don't adapt or respond to how a student is actually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3730A3"/>
          </a:solidFill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EduGenie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1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EduGenie is an AI-powered learning assistant built on Google's Gemini models. It understands each student's questions, learning pace, and goals — then responds with personalized explanations, practice, and guidance, available anytime.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146304" cy="146304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7" name="Text 5"/>
          <p:cNvSpPr txBox="1"/>
          <p:nvPr/>
        </p:nvSpPr>
        <p:spPr>
          <a:xfrm>
            <a:off x="1188720" y="385876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24/7 personalized doubt-solving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46304" cy="146304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9" name="Text 7"/>
          <p:cNvSpPr txBox="1"/>
          <p:nvPr/>
        </p:nvSpPr>
        <p:spPr>
          <a:xfrm>
            <a:off x="1188720" y="445312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Adapts to each learner's pace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5166360"/>
            <a:ext cx="146304" cy="146304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11" name="Text 9"/>
          <p:cNvSpPr txBox="1"/>
          <p:nvPr/>
        </p:nvSpPr>
        <p:spPr>
          <a:xfrm>
            <a:off x="1188720" y="504748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Turns passive content into active practice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0FF"/>
          </a:solidFill>
        </p:spPr>
      </p:sp>
      <p:sp>
        <p:nvSpPr>
          <p:cNvPr id="13" name="Text 11"/>
          <p:cNvSpPr txBox="1"/>
          <p:nvPr/>
        </p:nvSpPr>
        <p:spPr>
          <a:xfrm>
            <a:off x="7132320" y="1600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Powered by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659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Google Gemini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6060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Multimodal generative AI for reasoning, language, and personalized responses.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65760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EC4899"/>
          </a:solidFill>
        </p:spPr>
      </p:sp>
      <p:sp>
        <p:nvSpPr>
          <p:cNvPr id="17" name="Text 15"/>
          <p:cNvSpPr txBox="1"/>
          <p:nvPr/>
        </p:nvSpPr>
        <p:spPr>
          <a:xfrm>
            <a:off x="7132320" y="388620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4F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Our Mission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29768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Make quality, personalized learning accessible to every student, anytime, anywhere.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What makes EduGenie an effective learning partner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3730A3"/>
          </a:solidFill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Q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Instant Doubt Solving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Ask any question in natural language and get clear, step-by-step explanations instantly.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7373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Personalized Paths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231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Learning content adapts in real time to a student's strengths, gaps, and pace.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15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3730A3"/>
          </a:solidFill>
        </p:spPr>
      </p:sp>
      <p:sp>
        <p:nvSpPr>
          <p:cNvPr id="16" name="Text 14"/>
          <p:cNvSpPr txBox="1"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7373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Smart Summaries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231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Condenses long chapters, notes, and articles into concise, easy-to-revise summaries.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233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Practice &amp; Quizzes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Auto-generates quizzes and practice questions to reinforce every topic covered.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25" name="Shape 23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3730A3"/>
          </a:solidFill>
        </p:spPr>
      </p:sp>
      <p:sp>
        <p:nvSpPr>
          <p:cNvPr id="26" name="Text 24"/>
          <p:cNvSpPr txBox="1"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V</a:t>
            </a:r>
            <a:endParaRPr lang="en-US" sz="121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233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Voice &amp; Text Support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091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Interact by typing or speaking, making learning more natural and accessible.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</p:spPr>
      </p:sp>
      <p:sp>
        <p:nvSpPr>
          <p:cNvPr id="30" name="Shape 28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EC4899"/>
          </a:solidFill>
        </p:spPr>
      </p:sp>
      <p:sp>
        <p:nvSpPr>
          <p:cNvPr id="31" name="Text 29"/>
          <p:cNvSpPr txBox="1"/>
          <p:nvPr/>
        </p:nvSpPr>
        <p:spPr>
          <a:xfrm>
            <a:off x="836676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233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Progress Tracking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7091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Dashboards show what's mastered and what needs more attention,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From student query to personalized guidance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Student Asks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student types or speaks a question, topic, or doubt into EduGenie.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</p:spPr>
      </p:sp>
      <p:sp>
        <p:nvSpPr>
          <p:cNvPr id="10" name="Text 8"/>
          <p:cNvSpPr txBox="1"/>
          <p:nvPr/>
        </p:nvSpPr>
        <p:spPr>
          <a:xfrm>
            <a:off x="3566160" y="2286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632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Gemini Understands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61188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Google Gemini interprets intent, context, and the student's learning level.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1B4B"/>
          </a:solidFill>
        </p:spPr>
      </p:sp>
      <p:sp>
        <p:nvSpPr>
          <p:cNvPr id="15" name="Text 13"/>
          <p:cNvSpPr txBox="1"/>
          <p:nvPr/>
        </p:nvSpPr>
        <p:spPr>
          <a:xfrm>
            <a:off x="6400800" y="2286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632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Response Generated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61188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personalized explanation, summary, or practice set is created instantly.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3730A3"/>
          </a:solidFill>
        </p:spPr>
      </p:sp>
      <p:sp>
        <p:nvSpPr>
          <p:cNvPr id="20" name="Text 18"/>
          <p:cNvSpPr txBox="1"/>
          <p:nvPr/>
        </p:nvSpPr>
        <p:spPr>
          <a:xfrm>
            <a:off x="9235440" y="2286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489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06324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Progress Updates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611880"/>
            <a:ext cx="2240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E6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system logs the interaction and refines future guidance accordingly.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Impact &amp;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24/7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Learning Support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Available Anytime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C4899"/>
          </a:solidFill>
        </p:spPr>
      </p:sp>
      <p:sp>
        <p:nvSpPr>
          <p:cNvPr id="7" name="Text 5"/>
          <p:cNvSpPr txBox="1"/>
          <p:nvPr/>
        </p:nvSpPr>
        <p:spPr>
          <a:xfrm>
            <a:off x="4389120" y="1554480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1:1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2316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Personalized Guidance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For Every Student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1B4B"/>
          </a:solidFill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42316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Adaptive Content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2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Tailored to Pace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EEF0FF"/>
          </a:solidFill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Who Benefits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34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Students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006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Get instant, judgment-free help and study at their own pace.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Teachers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8006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Save time on repetitive doubts and focus on deeper mentoring.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434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Institutions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8006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13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Improve learning outcomes and engagement at scale.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3730A3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EduGenie — learning that understands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SimSun</vt:lpstr>
      <vt:lpstr>Wingdings</vt:lpstr>
      <vt:lpstr>Cambria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742E8232B131349B09CBBC6ACC7CB302_33</vt:lpwstr>
  </property>
  <property fmtid="{D5CDD505-2E9C-101B-9397-08002B2CF9AE}" pid="3" name="KSOProductBuildVer">
    <vt:lpwstr>3081-26.9.2</vt:lpwstr>
  </property>
</Properties>
</file>